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AI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80000"/>
              </a:solidFill>
              <a:effectLst/>
            </c:spPr>
          </c:dPt>
          <c:dPt>
            <c:idx val="1"/>
            <c:bubble3D val="0"/>
            <c:spPr>
              <a:solidFill>
                <a:srgbClr val="00304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AI Direct</c:v>
                </c:pt>
                <c:pt idx="1">
                  <c:v>Human Curation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411480"/>
            <a:ext cx="822960" cy="822960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1812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548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(Inaugural) National College Student Digital Intelligence Chain Application Competition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914400"/>
            <a:ext cx="6858000" cy="0"/>
          </a:xfrm>
          <a:prstGeom prst="line">
            <a:avLst/>
          </a:prstGeom>
          <a:noFill/>
          <a:ln w="15240">
            <a:solidFill>
              <a:srgbClr val="78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4300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spc="1200" kern="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「久别04」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spc="400" kern="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古韵 AI  ·  古风音乐提示词工坊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3657600" cy="457200"/>
          </a:xfrm>
          <a:prstGeom prst="rect">
            <a:avLst>
              <a:gd name="adj" fmla="val 10000"/>
            </a:avLst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人工智能大类  ·  AI 音乐赛道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本地部署 + 以原创或改进算法为核心  ·  人机协同创作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526280"/>
            <a:ext cx="6858000" cy="0"/>
          </a:xfrm>
          <a:prstGeom prst="line">
            <a:avLst/>
          </a:prstGeom>
          <a:noFill/>
          <a:ln w="6350">
            <a:solidFill>
              <a:srgbClr val="669B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演示课件  |  Presentation Deck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46177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0" kern="0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800" kern="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 录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371600" cy="0"/>
          </a:xfrm>
          <a:prstGeom prst="line">
            <a:avLst/>
          </a:prstGeom>
          <a:noFill/>
          <a:ln w="25400">
            <a:solidFill>
              <a:srgbClr val="78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4023360" cy="96012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91440" cy="960120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600200" y="1965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作品概述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2377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Positioning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828800"/>
            <a:ext cx="4023360" cy="96012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828800"/>
            <a:ext cx="91440" cy="960120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5897880" y="1965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897880" y="2377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4023360" cy="96012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971800"/>
            <a:ext cx="91440" cy="960120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063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600200" y="3108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3520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Algorithms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971800"/>
            <a:ext cx="4023360" cy="96012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971800"/>
            <a:ext cx="91440" cy="960120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3063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5897880" y="3108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创作过程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897880" y="3520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Process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4023360" cy="96012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114800"/>
            <a:ext cx="91440" cy="960120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206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1600200" y="4251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作品特色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00200" y="4663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Highlights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4114800"/>
            <a:ext cx="4023360" cy="96012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4114800"/>
            <a:ext cx="91440" cy="960120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4206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4200" dirty="0"/>
          </a:p>
        </p:txBody>
      </p:sp>
      <p:sp>
        <p:nvSpPr>
          <p:cNvPr id="33" name="Text 31"/>
          <p:cNvSpPr/>
          <p:nvPr/>
        </p:nvSpPr>
        <p:spPr>
          <a:xfrm>
            <a:off x="5897880" y="4251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97880" y="4663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Outlook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3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4754880" y="1554480"/>
            <a:ext cx="5486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4920" y="1600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作品概述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07492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spc="400" kern="0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POSITIONING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4920" y="2926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从赛道痛点出发，定位「可审计、可复现、可诉证的人工干预」创作路径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/  作品概述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400" kern="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赛道背景与现状痛点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91440" cy="3017520"/>
          </a:xfrm>
          <a:prstGeom prst="rect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赛道趋势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spc="400" kern="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22860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赛道从「区块链+音乐」转为「人工智能+音乐」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99923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299923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技术与创作技能占比，文档+答辩另占 25%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7124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00200" y="3712464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产品重定位：以「提示词工程 + 确定性格式校验」为技术主赴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402336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417320"/>
            <a:ext cx="91440" cy="3017520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现状三大痛点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spc="400" kern="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PAIN POINTS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22860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40680" y="22860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商业音频生成接口不透明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40680" y="25786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MiniMax Audio 网页版、Suno 、Udio 等为仅有入口，提示词与输出需手动拷购，不可程序化验证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29992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2999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人工干预难以诉证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32918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端到端生成路径中，用户编辑与选择记录缺失，「人工干预充分」难以诉证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371246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40680" y="371246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输出不可控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0680" y="40050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深度语言描述“古筝”“五声”“拼音”等专业术语时，大模型输出可能越界或干冲直接生成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本作品采「提示词工程 + 确定性格式校验 + 版本全链路可审计」路径，赋予作品「提示词上可控、输出上可验、过程上可诉证」三项能力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0" y="4297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/  作品概述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400" kern="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《久别04》作品简介与差异化定位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1005840"/>
          </a:xfrm>
          <a:prstGeom prst="rect">
            <a:avLst>
              <a:gd name="adj" fmla="val 7273"/>
            </a:avLst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《久别04》是一首古风离别主题的 AI 音乐创作作品。本地提示词工坊负责生成结构化提示词包（Meta + Styles + Lyrics）与确定性格式校验；以「复制提示词·打开 MiniMax 音乐网页版·粘贴生成」三步完成交付。全链路每步产出「original / ai_optimized / human_modified」三类版本全部入库可查。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4023360" cy="1874520"/>
          </a:xfrm>
          <a:prstGeom prst="rect">
            <a:avLst>
              <a:gd name="adj" fmla="val 3902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606040"/>
            <a:ext cx="91440" cy="1874520"/>
          </a:xfrm>
          <a:prstGeom prst="rect">
            <a:avLst/>
          </a:prstGeom>
          <a:solidFill>
            <a:srgbClr val="669BBC"/>
          </a:solidFill>
          <a:ln w="12700">
            <a:solidFill>
              <a:srgbClr val="669B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6974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 AI 音乐工具的现状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spc="400" kern="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端到端抽卡式生成，成品受随机性影响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提示词与输出之间缺少可见的中间环节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使用过程中的人工编辑难以跟踪与诉证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「提示词精准、人工干预充分」难以量化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606040"/>
            <a:ext cx="4023360" cy="1874520"/>
          </a:xfrm>
          <a:prstGeom prst="rect">
            <a:avLst>
              <a:gd name="adj" fmla="val 3902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606040"/>
            <a:ext cx="91440" cy="1874520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6974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《久别04》的差异化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306324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spc="400" kern="0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92040" y="33375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三步明确划分：提示词优化 → 歌词生成 → 格式校验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提示词以 Meta + Styles + Lyrics 三段式结构化生成，可直接粘贴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本地确定性校验：标签/字数/注记/元标签六项全覆盖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每步三类版本全部入库，「人工干预」以版本历史可查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3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4754880" y="1554480"/>
            <a:ext cx="5486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4920" y="1600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07492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spc="400" kern="0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4920" y="2926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从提示词输入到 mp3 成品输出的全链路架构与各层职责划分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/  系统架构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400" kern="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古韵 AI 系统架构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 from user intent to MiniMax-ready prompt package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97480" cy="2743200"/>
          </a:xfrm>
          <a:prstGeom prst="rect">
            <a:avLst>
              <a:gd name="adj" fmla="val 2712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697480" cy="548640"/>
          </a:xfrm>
          <a:prstGeom prst="rect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600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6517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+ Vite + Electron 桌面应用；三步工作流（提示词 → 歌词 → 格式校验）与提示词版本结构化管理；古风 UI 与复制一键打开 MiniMax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3794760"/>
            <a:ext cx="2423160" cy="0"/>
          </a:xfrm>
          <a:prstGeom prst="line">
            <a:avLst/>
          </a:prstGeom>
          <a:noFill/>
          <a:ln w="10160">
            <a:solidFill>
              <a:srgbClr val="78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886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 ·  Vite 8  ·  Tailwind 4  ·  Electron 33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73552" y="1554480"/>
            <a:ext cx="2697480" cy="2743200"/>
          </a:xfrm>
          <a:prstGeom prst="rect">
            <a:avLst>
              <a:gd name="adj" fmla="val 2712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73552" y="1554480"/>
            <a:ext cx="2697480" cy="548640"/>
          </a:xfrm>
          <a:prstGeom prst="rect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071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67912" y="1600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+ Service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10712" y="2240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 + 服务层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10712" y="26517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REST 路由：提示词优化 / 歌词生成 / MiniMax 格式校验 / 密钥管理；提示词库集中管理；异常转译 + finish_reason 检查防止被截断的半截内容入库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10712" y="3794760"/>
            <a:ext cx="2423160" cy="0"/>
          </a:xfrm>
          <a:prstGeom prst="line">
            <a:avLst/>
          </a:prstGeom>
          <a:noFill/>
          <a:ln w="10160">
            <a:solidFill>
              <a:srgbClr val="78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886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 ·  Pydantic  ·  OpenAI SDK  ·  asyncio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89904" y="1554480"/>
            <a:ext cx="2697480" cy="2743200"/>
          </a:xfrm>
          <a:prstGeom prst="rect">
            <a:avLst>
              <a:gd name="adj" fmla="val 2712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9904" y="1554480"/>
            <a:ext cx="2697480" cy="548640"/>
          </a:xfrm>
          <a:prstGeom prst="rect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27064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684264" y="1600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27064" y="2240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27064" y="26517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持乿化提示词版本及人工修订记录；本地密钥文件（.gitignore 已覆盖）持乿化设置面板输入的 API Key；本工具不涉及音频渲染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27064" y="3794760"/>
            <a:ext cx="2423160" cy="0"/>
          </a:xfrm>
          <a:prstGeom prst="line">
            <a:avLst/>
          </a:prstGeom>
          <a:noFill/>
          <a:ln w="10160">
            <a:solidFill>
              <a:srgbClr val="78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27064" y="3886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aiosqlite  ·  JSON  ·  .secrets.json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320040"/>
          </a:xfrm>
          <a:prstGeom prst="rect">
            <a:avLst>
              <a:gd name="adj" fmla="val 11429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人的创作意图  →  本地提示词工具  →  MiniMax 音乐网页版生成。本工具仅负责提示词与格式校验，不涉及音频渲染与混音步骤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0" y="4251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4754880" y="1554480"/>
            <a:ext cx="5486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4920" y="1600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07492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spc="400" kern="0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ALGORITHMS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4920" y="2926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提示词结构化 · 本地确定性校验 · 版本全链路可审计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/  核心技术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400" kern="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提示词结构化生成 + 确定性格式校验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74420" y="1417320"/>
            <a:ext cx="548640" cy="548640"/>
          </a:xfrm>
          <a:prstGeom prst="ellipse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44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Pro 优化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原始提示词 → Meta + Styles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23060" y="1691640"/>
            <a:ext cx="1691640" cy="0"/>
          </a:xfrm>
          <a:prstGeom prst="line">
            <a:avLst/>
          </a:prstGeom>
          <a:noFill/>
          <a:ln w="19050">
            <a:solidFill>
              <a:srgbClr val="7800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77540" y="1417320"/>
            <a:ext cx="548640" cy="548640"/>
          </a:xfrm>
          <a:prstGeom prst="ellipse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75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20574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确定性校验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377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种标签 / 字数 / 注记 / 元标签六项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26180" y="1691640"/>
            <a:ext cx="1691640" cy="0"/>
          </a:xfrm>
          <a:prstGeom prst="line">
            <a:avLst/>
          </a:prstGeom>
          <a:noFill/>
          <a:ln w="19050">
            <a:solidFill>
              <a:srgbClr val="7800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80660" y="1417320"/>
            <a:ext cx="548640" cy="548640"/>
          </a:xfrm>
          <a:prstGeom prst="ellipse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06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20574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人工修订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2377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original / ai_optimized / human_modified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29300" y="1691640"/>
            <a:ext cx="1691640" cy="0"/>
          </a:xfrm>
          <a:prstGeom prst="line">
            <a:avLst/>
          </a:prstGeom>
          <a:noFill/>
          <a:ln w="19050">
            <a:solidFill>
              <a:srgbClr val="78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83780" y="1417320"/>
            <a:ext cx="548640" cy="548640"/>
          </a:xfrm>
          <a:prstGeom prst="ellipse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837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75120" y="20574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复制提示词包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2377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一键粘贴到 MiniMax 网页版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4023360" cy="1600200"/>
          </a:xfrm>
          <a:prstGeom prst="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17520"/>
            <a:ext cx="91440" cy="1600200"/>
          </a:xfrm>
          <a:prstGeom prst="rect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108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Validator - 确定性格式校验器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34290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标签合法性：14 种 MiniMax 支持的英文结构标签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中英映射：10 种中文标签→英文标签自动提示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字数上限：Styles ≤ 2000 / Lyrics ≤ 3500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结构顺序：开头应为 Intro/Verse，必含 Chorus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注记格式：标签后可加一行圆括号注记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防脚手架：元标签六项完整性提醒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3017520"/>
            <a:ext cx="4023360" cy="1600200"/>
          </a:xfrm>
          <a:prstGeom prst="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017520"/>
            <a:ext cx="91440" cy="1600200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108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Meta-Tags - 手册必交「元标签设计」六项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92040" y="3474720"/>
            <a:ext cx="1188720" cy="457200"/>
          </a:xfrm>
          <a:prstGeom prst="rect">
            <a:avLst>
              <a:gd name="adj" fmla="val 8000"/>
            </a:avLst>
          </a:prstGeom>
          <a:solidFill>
            <a:srgbClr val="FDF0D5"/>
          </a:solidFill>
          <a:ln w="6350">
            <a:solidFill>
              <a:srgbClr val="78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4930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69417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体载风格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72200" y="3474720"/>
            <a:ext cx="1188720" cy="457200"/>
          </a:xfrm>
          <a:prstGeom prst="rect">
            <a:avLst>
              <a:gd name="adj" fmla="val 8000"/>
            </a:avLst>
          </a:prstGeom>
          <a:solidFill>
            <a:srgbClr val="FDF0D5"/>
          </a:solidFill>
          <a:ln w="6350">
            <a:solidFill>
              <a:srgbClr val="78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4930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369417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节拍数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452360" y="3474720"/>
            <a:ext cx="1188720" cy="457200"/>
          </a:xfrm>
          <a:prstGeom prst="rect">
            <a:avLst>
              <a:gd name="adj" fmla="val 8000"/>
            </a:avLst>
          </a:prstGeom>
          <a:solidFill>
            <a:srgbClr val="FDF0D5"/>
          </a:solidFill>
          <a:ln w="6350">
            <a:solidFill>
              <a:srgbClr val="78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34930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98080" y="369417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调式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92040" y="4023360"/>
            <a:ext cx="1188720" cy="457200"/>
          </a:xfrm>
          <a:prstGeom prst="rect">
            <a:avLst>
              <a:gd name="adj" fmla="val 8000"/>
            </a:avLst>
          </a:prstGeom>
          <a:solidFill>
            <a:srgbClr val="FDF0D5"/>
          </a:solidFill>
          <a:ln w="6350">
            <a:solidFill>
              <a:srgbClr val="78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40416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Vocals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37760" y="42428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人声类型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72200" y="4023360"/>
            <a:ext cx="1188720" cy="457200"/>
          </a:xfrm>
          <a:prstGeom prst="rect">
            <a:avLst>
              <a:gd name="adj" fmla="val 8000"/>
            </a:avLst>
          </a:prstGeom>
          <a:solidFill>
            <a:srgbClr val="FDF0D5"/>
          </a:solidFill>
          <a:ln w="6350">
            <a:solidFill>
              <a:srgbClr val="78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40416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17920" y="42428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佐器编制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52360" y="4023360"/>
            <a:ext cx="1188720" cy="457200"/>
          </a:xfrm>
          <a:prstGeom prst="rect">
            <a:avLst>
              <a:gd name="adj" fmla="val 8000"/>
            </a:avLst>
          </a:prstGeom>
          <a:solidFill>
            <a:srgbClr val="FDF0D5"/>
          </a:solidFill>
          <a:ln w="6350">
            <a:solidFill>
              <a:srgbClr val="78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0" y="40416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Arrangement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98080" y="42428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编曲层次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/  核心技术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400" kern="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工具栈与 AI/人工占比 7:3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91440" cy="914400"/>
          </a:xfrm>
          <a:prstGeom prst="rect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72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Pro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147218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deepseek-v4-pro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764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提示词优化 / 歌词生成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0208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中文长文本创作与结构化输出场景；AI 主导作品创作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402336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77440"/>
            <a:ext cx="91440" cy="914400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32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Flash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4323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deepseek-v4-flash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2724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快速润色 / 微调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29809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短输出，响应快；提供提示词微调与补充建议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402336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337560"/>
            <a:ext cx="91440" cy="9144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392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 Audio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0" y="339242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3.0 (网页版)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3685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 mp3 生成（人工赋能）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39410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本工具不调用接口，仅在提示词完成后引导人工打开网页生成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417320"/>
            <a:ext cx="4023360" cy="3154680"/>
          </a:xfrm>
          <a:prstGeom prst="rect">
            <a:avLst>
              <a:gd name="adj" fmla="val 2319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508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/ 人工占比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spc="200" kern="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Direct Generation Share = 7:3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754880" y="2011680"/>
          <a:ext cx="21945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5029200" y="2971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502920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直接生成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178040" y="2194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7178040" y="26517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直接生成：DeepSeek Pro 提示词 + 歌词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178040" y="3291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7178040" y="3749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人工干预：原始提示词 + 选择/修订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3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4754880" y="1554480"/>
            <a:ext cx="5486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4920" y="1600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创作过程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07492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spc="400" kern="0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PROCESS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4920" y="2926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天作品完成硬线 · 19 天材料与提交窗口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/  创作过程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400" kern="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从提示词工程到提示词包·三步作业流水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502920"/>
          </a:xfrm>
          <a:prstGeom prst="rect">
            <a:avLst>
              <a:gd name="adj" fmla="val 7273"/>
            </a:avLst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提示词优化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73552" y="1371600"/>
            <a:ext cx="2697480" cy="502920"/>
          </a:xfrm>
          <a:prstGeom prst="rect">
            <a:avLst>
              <a:gd name="adj" fmla="val 7273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73552" y="13716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50792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歌词生成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9904" y="1371600"/>
            <a:ext cx="2697480" cy="502920"/>
          </a:xfrm>
          <a:prstGeom prst="rect">
            <a:avLst>
              <a:gd name="adj" fmla="val 7273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9904" y="13716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67144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格式校验 + 复制交付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8046720" cy="0"/>
          </a:xfrm>
          <a:prstGeom prst="line">
            <a:avLst/>
          </a:prstGeom>
          <a:noFill/>
          <a:ln w="19050">
            <a:solidFill>
              <a:srgbClr val="0030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0328" y="2578608"/>
            <a:ext cx="237744" cy="237744"/>
          </a:xfrm>
          <a:prstGeom prst="ellipse">
            <a:avLst/>
          </a:prstGeom>
          <a:solidFill>
            <a:srgbClr val="00304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6280" y="2880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S1.1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200400"/>
            <a:ext cx="124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输入原始提示词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41448" y="2578608"/>
            <a:ext cx="237744" cy="237744"/>
          </a:xfrm>
          <a:prstGeom prst="ellipse">
            <a:avLst/>
          </a:prstGeom>
          <a:solidFill>
            <a:srgbClr val="00304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2880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S1.2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35480" y="3200400"/>
            <a:ext cx="124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Pro 输出 Meta + Styles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82568" y="2578608"/>
            <a:ext cx="237744" cy="237744"/>
          </a:xfrm>
          <a:prstGeom prst="ellipse">
            <a:avLst/>
          </a:prstGeom>
          <a:solidFill>
            <a:srgbClr val="78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98520" y="2880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S2.1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76600" y="3200400"/>
            <a:ext cx="124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提示词确认 + 古风参数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23688" y="2578608"/>
            <a:ext cx="237744" cy="237744"/>
          </a:xfrm>
          <a:prstGeom prst="ellipse">
            <a:avLst/>
          </a:prstGeom>
          <a:solidFill>
            <a:srgbClr val="78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9640" y="2880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S2.2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7720" y="3200400"/>
            <a:ext cx="124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Pro 生成有结构标签的歌词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64808" y="2578608"/>
            <a:ext cx="237744" cy="237744"/>
          </a:xfrm>
          <a:prstGeom prst="ellipse">
            <a:avLst/>
          </a:prstGeom>
          <a:solidFill>
            <a:srgbClr val="C112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2880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S3.1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58840" y="3200400"/>
            <a:ext cx="124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本地确定性校验：14 种问题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05928" y="2578608"/>
            <a:ext cx="237744" cy="237744"/>
          </a:xfrm>
          <a:prstGeom prst="ellipse">
            <a:avLst/>
          </a:prstGeom>
          <a:solidFill>
            <a:srgbClr val="C112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21880" y="2880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S3.2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99960" y="3200400"/>
            <a:ext cx="124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一键复制 + 打开 MiniMax 音乐网页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023360"/>
            <a:ext cx="4023360" cy="50292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023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人工干预证据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691640" y="4023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提示词/歌词每例 original · ai_optimized · human_modified 全部入库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4023360"/>
            <a:ext cx="4023360" cy="50292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4023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交付路径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52160" y="40233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提示词包 · 粘贴 · MiniMax 网页生成 mp3 · 保存提示词包作为创作过程存档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本作品范围：仅覆盖提示词工程 + 格式校验 + 复制交付；不含音频渲染 / 编曲 / 混音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03920" y="4251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3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4754880" y="1554480"/>
            <a:ext cx="5486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4920" y="1600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作品特色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07492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spc="400" kern="0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HIGHLIGHTS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4920" y="2926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三大创新点 + 量化证据 + 人工干预证据链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/  作品特色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400" kern="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三项可诉证的创新点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960120"/>
          </a:xfrm>
          <a:prstGeom prst="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91440" cy="960120"/>
          </a:xfrm>
          <a:prstGeom prst="rect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34440" y="1490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提示词三段式结构化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8013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Three-Section Structured Prompt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OPTIMIZE_PROMPT 模板强制输出「===META=== 与 ===STYLES===」两段，元标签六项须于第一段，Styles 限制 80-200 字，结构化后可一键粘贴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949440" y="15087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0292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段式分隔符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96312"/>
            <a:ext cx="8229600" cy="960120"/>
          </a:xfrm>
          <a:prstGeom prst="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496312"/>
            <a:ext cx="91440" cy="960120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5877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234440" y="2569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本地确定性格式校验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2880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Format Validator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31363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minimax.py 提供 14 种结构标签合法性 + 中英映射、字数上限、注记格式、结构顺序、元标签六项完整性六项全覆盖；不依赖 LLM，可独立证据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49440" y="258775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5029200" y="3182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种结构标签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75304"/>
            <a:ext cx="8229600" cy="960120"/>
          </a:xfrm>
          <a:prstGeom prst="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575304"/>
            <a:ext cx="91440" cy="96012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66674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234440" y="36484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三类版本入库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34440" y="39593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Three-Type Version Tracking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34440" y="42153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中 prompt_versions 表记录每例提示词/歌词的 original / ai_optimized / human_modified 三类记录，带 session_id / parent_version_id / note，可按会话查询全部历史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49440" y="366674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5029200" y="42611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个版本类型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3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4754880" y="1554480"/>
            <a:ext cx="5486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4920" y="1600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07492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spc="400" kern="0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OUTLOOK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4920" y="2926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创作收获 · 不足与改进 · 未来方向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/  总结与展望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400" kern="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创作收获与不足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91440" cy="3017520"/>
          </a:xfrm>
          <a:prstGeom prst="rect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创作收获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spc="400" kern="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提示词可结构化复用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三段式输出使 Meta + Styles 与歌词可互相参考，减少重复调试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确定性校验可独立作为证据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种标签合法性、中英映射、字数上限都是可走全路径的函数，输出报告可作为「设计说明」附件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人工干预可查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original / ai_optimized / human_modified 三类记录全部入库，可按 session 查询全部历史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提示词包可直接交付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「复制 + 打开 MiniMax 音乐网页版 + 粘贴」三步完成，交付路径明确且可复现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417320"/>
            <a:ext cx="402336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417320"/>
            <a:ext cx="91440" cy="3017520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不足与改进方向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spc="400" kern="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NEXT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不涉及音频渲染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本工具仅生成提示词包，mp3 需在 MiniMax 网页版手动生成，未接入平台接口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不含音乐理论项检查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当前校验器仅检查格式合规性（标签/字数/注记/元标签），不检查音乐理论项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调试轮次依赖人工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不含自动修订循环；校验不过时需人工调整原始提示词后重新调用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920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证据链导出需升级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当前版本历史仅内存，未提供「提示词包 + 版本历史」一键打包下载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做透三步·诉透三步·交付三步 · 本工具仅负责提示词工程，不调用音频接口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03920" y="4297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800" kern="0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3246120"/>
            <a:ext cx="1097280" cy="0"/>
          </a:xfrm>
          <a:prstGeom prst="line">
            <a:avLst/>
          </a:prstGeom>
          <a:noFill/>
          <a:ln w="25400">
            <a:solidFill>
              <a:srgbClr val="C112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spc="600" kern="0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548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400" kern="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致谢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914400" cy="0"/>
          </a:xfrm>
          <a:prstGeom prst="line">
            <a:avLst/>
          </a:prstGeom>
          <a:noFill/>
          <a:ln w="19050">
            <a:solidFill>
              <a:srgbClr val="78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2344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赛事组委会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5270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提供公平、透明的评审机制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1828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/ MiniMax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121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提供文本与音频生成能力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2423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开源社区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715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/ Vite / FastAPI / music21 / electron-builder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3017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指导老师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33101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在赛道选择与算法路线上的指导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4160520"/>
            <a:ext cx="411480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4206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《久别04」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89320" y="4297680"/>
            <a:ext cx="0" cy="365760"/>
          </a:xfrm>
          <a:prstGeom prst="line">
            <a:avLst/>
          </a:prstGeom>
          <a:noFill/>
          <a:ln w="6350">
            <a:solidFill>
              <a:srgbClr val="669B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4206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古韵 AI  ·  AI 音乐赛道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全国大学生数智链应用大赛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久别 - 古韵 AI 演示课件</dc:title>
  <dc:subject>AI 音乐赛道 · 演示课件</dc:subject>
  <dc:creator>Guyun AI Project</dc:creator>
  <cp:lastModifiedBy>Guyun AI Project</cp:lastModifiedBy>
  <cp:revision>1</cp:revision>
  <dcterms:created xsi:type="dcterms:W3CDTF">2026-09-20T15:09:19Z</dcterms:created>
  <dcterms:modified xsi:type="dcterms:W3CDTF">2026-09-20T15:09:20Z</dcterms:modified>
</cp:coreProperties>
</file>